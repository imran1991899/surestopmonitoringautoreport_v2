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85C79D-D10E-424A-8ECB-498E18ACF0AB}">
  <a:tblStyle styleId="{8A85C79D-D10E-424A-8ECB-498E18ACF0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1010872-769C-4938-AD29-8B3987594F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99c1e40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99c1e40e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01533142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01533142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699c1e40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699c1e40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699c1e40e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699c1e40e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f5d8267cb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f5d8267cb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699c1e40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699c1e40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78438" y="1049200"/>
          <a:ext cx="8409075" cy="3572840"/>
        </p:xfrm>
        <a:graphic>
          <a:graphicData uri="http://schemas.openxmlformats.org/drawingml/2006/table">
            <a:tbl>
              <a:tblPr>
                <a:noFill/>
                <a:tableStyleId>{8A85C79D-D10E-424A-8ECB-498E18ACF0AB}</a:tableStyleId>
              </a:tblPr>
              <a:tblGrid>
                <a:gridCol w="412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Gambar / Bukti</a:t>
                      </a:r>
                      <a:endParaRPr sz="300" b="1" dirty="0"/>
                    </a:p>
                  </a:txBody>
                  <a:tcPr marL="91425" marR="91425" marT="91425" marB="91425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</a:rPr>
                        <a:t>Penerangan</a:t>
                      </a:r>
                      <a:endParaRPr sz="300"/>
                    </a:p>
                  </a:txBody>
                  <a:tcPr marL="91425" marR="91425" marT="91425" marB="91425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Tarikh pemerhatian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Nombor Bas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Laluan pemerhatian : 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Nama Kapten Bas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ID Kapten Bas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Kelajuan Dipandu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Masa :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Nama PIC :</a:t>
                      </a:r>
                      <a:br>
                        <a:rPr lang="en" sz="900" dirty="0">
                          <a:solidFill>
                            <a:schemeClr val="dk1"/>
                          </a:solidFill>
                        </a:rPr>
                      </a:br>
                      <a:r>
                        <a:rPr lang="en" sz="900" dirty="0">
                          <a:solidFill>
                            <a:schemeClr val="dk1"/>
                          </a:solidFill>
                        </a:rPr>
                        <a:t>Lokasi / Hentian : </a:t>
                      </a: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dk1"/>
                          </a:solidFill>
                        </a:rPr>
                        <a:t>Pemerhatian Pemanduan Kapten Bas :​</a:t>
                      </a:r>
                      <a:endParaRPr sz="9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 dirty="0">
                          <a:solidFill>
                            <a:schemeClr val="dk1"/>
                          </a:solidFill>
                        </a:rPr>
                        <a:t>Cadangan:</a:t>
                      </a:r>
                      <a:endParaRPr sz="900" b="1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highlight>
                          <a:srgbClr val="CFD5EA"/>
                        </a:highlight>
                      </a:endParaRPr>
                    </a:p>
                  </a:txBody>
                  <a:tcPr marL="91425" marR="91425" marT="91425" marB="91425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5" name="Google Shape;55;p13" title="Screenshot (113).png"/>
          <p:cNvPicPr preferRelativeResize="0"/>
          <p:nvPr/>
        </p:nvPicPr>
        <p:blipFill rotWithShape="1">
          <a:blip r:embed="rId3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descr="Logo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443900" cy="2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30350"/>
            <a:ext cx="9144000" cy="4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4925" y="537275"/>
            <a:ext cx="563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</a:rPr>
              <a:t>Pemantauan &amp; Pengesahan untuk “Do Not Skip Bus Stop”</a:t>
            </a:r>
            <a:r>
              <a:rPr lang="en" sz="1500">
                <a:solidFill>
                  <a:schemeClr val="lt1"/>
                </a:solidFill>
              </a:rPr>
              <a:t>​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Screenshot (113).png"/>
          <p:cNvPicPr preferRelativeResize="0"/>
          <p:nvPr/>
        </p:nvPicPr>
        <p:blipFill rotWithShape="1">
          <a:blip r:embed="rId3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descr="Logo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443900" cy="2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30350"/>
            <a:ext cx="9144000" cy="4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925" y="537275"/>
            <a:ext cx="563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</a:rPr>
              <a:t>Pemantauan &amp; Pengesahan untuk “Do Not Skip Bus Stop”</a:t>
            </a:r>
            <a:r>
              <a:rPr lang="en" sz="1500">
                <a:solidFill>
                  <a:schemeClr val="lt1"/>
                </a:solidFill>
              </a:rPr>
              <a:t>​</a:t>
            </a:r>
            <a:endParaRPr sz="900">
              <a:solidFill>
                <a:schemeClr val="lt1"/>
              </a:solidFill>
            </a:endParaRPr>
          </a:p>
        </p:txBody>
      </p:sp>
      <p:graphicFrame>
        <p:nvGraphicFramePr>
          <p:cNvPr id="2" name="Google Shape;54;p13">
            <a:extLst>
              <a:ext uri="{FF2B5EF4-FFF2-40B4-BE49-F238E27FC236}">
                <a16:creationId xmlns:a16="http://schemas.microsoft.com/office/drawing/2014/main" id="{9B7405E6-56A4-A985-0F59-8D45075026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3215551"/>
              </p:ext>
            </p:extLst>
          </p:nvPr>
        </p:nvGraphicFramePr>
        <p:xfrm>
          <a:off x="378438" y="1049200"/>
          <a:ext cx="8557744" cy="3572840"/>
        </p:xfrm>
        <a:graphic>
          <a:graphicData uri="http://schemas.openxmlformats.org/drawingml/2006/table">
            <a:tbl>
              <a:tblPr>
                <a:noFill/>
                <a:tableStyleId>{8A85C79D-D10E-424A-8ECB-498E18ACF0AB}</a:tableStyleId>
              </a:tblPr>
              <a:tblGrid>
                <a:gridCol w="855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dk1"/>
                          </a:solidFill>
                        </a:rPr>
                        <a:t>Video / Bukti</a:t>
                      </a:r>
                      <a:endParaRPr sz="300" b="1" dirty="0"/>
                    </a:p>
                  </a:txBody>
                  <a:tcPr marL="91425" marR="91425" marT="91425" marB="91425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Screenshot (113).png"/>
          <p:cNvPicPr preferRelativeResize="0"/>
          <p:nvPr/>
        </p:nvPicPr>
        <p:blipFill rotWithShape="1">
          <a:blip r:embed="rId3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5"/>
          <p:cNvGraphicFramePr/>
          <p:nvPr/>
        </p:nvGraphicFramePr>
        <p:xfrm>
          <a:off x="539650" y="104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{8A85C79D-D10E-424A-8ECB-498E18ACF0AB}</a:tableStyleId>
              </a:tblPr>
              <a:tblGrid>
                <a:gridCol w="134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7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7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1325"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Depoh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Laluan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Nombor Bas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Hentian Bas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Pengesahan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Status</a:t>
                      </a:r>
                      <a:r>
                        <a:rPr lang="en" sz="800"/>
                        <a:t>​</a:t>
                      </a:r>
                      <a:endParaRPr sz="800" b="1"/>
                    </a:p>
                  </a:txBody>
                  <a:tcPr marL="91425" marR="91425" marT="91425" marB="91425" anchor="ctr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/>
                    </a:p>
                  </a:txBody>
                  <a:tcPr marL="91425" marR="91425" marT="91425" marB="91425"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3" name="Google Shape;73;p15" descr="Logo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443900" cy="29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30350"/>
            <a:ext cx="9144000" cy="42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925" y="537275"/>
            <a:ext cx="5639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lt1"/>
                </a:solidFill>
              </a:rPr>
              <a:t>Pemantauan &amp; Pengesahan untuk “Do Not Skip Bus Stop”</a:t>
            </a:r>
            <a:r>
              <a:rPr lang="en" sz="1500">
                <a:solidFill>
                  <a:schemeClr val="lt1"/>
                </a:solidFill>
              </a:rPr>
              <a:t>​</a:t>
            </a:r>
            <a:endParaRPr sz="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Screenshot (113).png"/>
          <p:cNvPicPr preferRelativeResize="0"/>
          <p:nvPr/>
        </p:nvPicPr>
        <p:blipFill rotWithShape="1">
          <a:blip r:embed="rId3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" name="Google Shape;81;p16"/>
          <p:cNvGraphicFramePr/>
          <p:nvPr/>
        </p:nvGraphicFramePr>
        <p:xfrm>
          <a:off x="673225" y="165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{A1010872-769C-4938-AD29-8B3987594FA1}</a:tableStyleId>
              </a:tblPr>
              <a:tblGrid>
                <a:gridCol w="247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600"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Disediakan oleh:</a:t>
                      </a:r>
                      <a:r>
                        <a:rPr lang="e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7D9D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Disemak oleh:</a:t>
                      </a:r>
                      <a:r>
                        <a:rPr lang="e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7D9D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Dipersetujui oleh:</a:t>
                      </a:r>
                      <a:r>
                        <a:rPr lang="en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57D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100">
                <a:tc>
                  <a:txBody>
                    <a:bodyPr/>
                    <a:lstStyle/>
                    <a:p>
                      <a:pPr marL="88900" marR="889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425">
                <a:tc>
                  <a:txBody>
                    <a:bodyPr/>
                    <a:lstStyle/>
                    <a:p>
                      <a:pPr marL="88900" marR="8890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Mohd Shahfiee Abdullah</a:t>
                      </a: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Assistant Manager,​​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 Improvement Central Region​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Quality &amp; Innovation,​​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Excellence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Ts. Farno Hazlina Muhammad Apandi</a:t>
                      </a: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270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 I,​​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270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Quality &amp; Innovation,​​</a:t>
                      </a:r>
                      <a:endParaRPr sz="1100">
                        <a:solidFill>
                          <a:schemeClr val="dk1"/>
                        </a:solidFill>
                        <a:highlight>
                          <a:srgbClr val="E9EBF5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1270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highlight>
                            <a:srgbClr val="E9EBF5"/>
                          </a:highlight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Excellence​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lnL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0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2" name="Google Shape;82;p16" descr="Logo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443900" cy="2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6336755" y="152400"/>
            <a:ext cx="2584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Siri : </a:t>
            </a:r>
            <a:endParaRPr sz="1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OE/SQI/CR/VO/001/2026</a:t>
            </a:r>
            <a:r>
              <a:rPr lang="en" sz="1300">
                <a:solidFill>
                  <a:srgbClr val="979797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900"/>
          </a:p>
        </p:txBody>
      </p:sp>
      <p:sp>
        <p:nvSpPr>
          <p:cNvPr id="84" name="Google Shape;84;p16"/>
          <p:cNvSpPr txBox="1"/>
          <p:nvPr/>
        </p:nvSpPr>
        <p:spPr>
          <a:xfrm>
            <a:off x="821150" y="1128900"/>
            <a:ext cx="7547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rgbClr val="002060"/>
                </a:solidFill>
              </a:rPr>
              <a:t>​​</a:t>
            </a:r>
            <a:r>
              <a:rPr lang="en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Pengesahan Laporan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2000" b="1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descr="A close-up of a white cov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73251"/>
          <a:stretch/>
        </p:blipFill>
        <p:spPr>
          <a:xfrm>
            <a:off x="6770500" y="-13825"/>
            <a:ext cx="23734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Screenshot (113).png"/>
          <p:cNvPicPr preferRelativeResize="0"/>
          <p:nvPr/>
        </p:nvPicPr>
        <p:blipFill rotWithShape="1">
          <a:blip r:embed="rId4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0" y="1207850"/>
            <a:ext cx="75477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2060"/>
                </a:solidFill>
              </a:rPr>
              <a:t>Pemantauan &amp; Pengesahan “Do Not Skip Bus Stop”​</a:t>
            </a:r>
            <a:endParaRPr sz="2000" b="1" dirty="0">
              <a:solidFill>
                <a:srgbClr val="00206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rgbClr val="002060"/>
                </a:solidFill>
              </a:rPr>
              <a:t>Januari-February 2026​​</a:t>
            </a:r>
            <a:endParaRPr sz="2000" b="1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lt1"/>
              </a:solidFill>
            </a:endParaRPr>
          </a:p>
        </p:txBody>
      </p:sp>
      <p:cxnSp>
        <p:nvCxnSpPr>
          <p:cNvPr id="92" name="Google Shape;92;p17"/>
          <p:cNvCxnSpPr/>
          <p:nvPr/>
        </p:nvCxnSpPr>
        <p:spPr>
          <a:xfrm>
            <a:off x="281650" y="1628775"/>
            <a:ext cx="700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" name="Google Shape;93;p17" descr="Logo&#10;&#10;Description automatically generat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1443900" cy="29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4261755" y="0"/>
            <a:ext cx="2584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Siri : OE/SQI/CR/VO/001/2026</a:t>
            </a:r>
            <a:r>
              <a:rPr lang="en" sz="1300">
                <a:solidFill>
                  <a:srgbClr val="979797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15254"/>
          <a:stretch/>
        </p:blipFill>
        <p:spPr>
          <a:xfrm>
            <a:off x="0" y="0"/>
            <a:ext cx="9144000" cy="462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 title="Screenshot (113).png"/>
          <p:cNvPicPr preferRelativeResize="0"/>
          <p:nvPr/>
        </p:nvPicPr>
        <p:blipFill rotWithShape="1">
          <a:blip r:embed="rId4">
            <a:alphaModFix/>
          </a:blip>
          <a:srcRect l="24762" t="80043" r="9711" b="13255"/>
          <a:stretch/>
        </p:blipFill>
        <p:spPr>
          <a:xfrm>
            <a:off x="51250" y="4622024"/>
            <a:ext cx="9063451" cy="52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On-screen Show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Muhamad Imran bin Mohd Nasruddin</cp:lastModifiedBy>
  <cp:revision>2</cp:revision>
  <dcterms:modified xsi:type="dcterms:W3CDTF">2026-05-08T00:00:53Z</dcterms:modified>
</cp:coreProperties>
</file>